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PHISHING AWARENESS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Recognize • Verify • Report</a:t>
            </a:r>
            <a:br/>
            <a:r>
              <a:t>CodeAlpha Cyber Security Task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1. 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• A social-engineering attack that tricks people into unsafe actions.</a:t>
            </a:r>
            <a:br/>
            <a:r>
              <a:t>• Attackers impersonate trusted people or organizations.</a:t>
            </a:r>
            <a:br/>
            <a:r>
              <a:t>• Goals can include stealing passwords, financial information, codes, or personal data.</a:t>
            </a:r>
            <a:br/>
            <a:r>
              <a:t>• Phishing can arrive through email, SMS, social media, calls, or fake websites.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2. How a Phishing Attack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1. Lure — a convincing message reaches the target.</a:t>
            </a:r>
            <a:br/>
            <a:r>
              <a:t>2. Pressure — urgency, fear, curiosity, or reward encourages action.</a:t>
            </a:r>
            <a:br/>
            <a:r>
              <a:t>3. Trap — a link, attachment, form, or conversation captures information.</a:t>
            </a:r>
            <a:br/>
            <a:r>
              <a:t>4. Impact — credentials, money, or access may be compromised.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3. Common Types of Phishing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• Email phishing — mass deceptive emails.</a:t>
            </a:r>
            <a:br/>
            <a:r>
              <a:t>• Spear phishing — targeted messages.</a:t>
            </a:r>
            <a:br/>
            <a:r>
              <a:t>• Smishing — phishing through SMS or messaging apps.</a:t>
            </a:r>
            <a:br/>
            <a:r>
              <a:t>• Vishing — phishing through voice calls.</a:t>
            </a:r>
            <a:br/>
            <a:r>
              <a:t>• Clone phishing — copied legitimate messages modified with malicious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4. How to Identify a Phishing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• Check the sender address and domain carefully.</a:t>
            </a:r>
            <a:br/>
            <a:r>
              <a:t>• Be suspicious of urgent requests.</a:t>
            </a:r>
            <a:br/>
            <a:r>
              <a:t>• Hover over links and inspect the destination.</a:t>
            </a:r>
            <a:br/>
            <a:r>
              <a:t>• Treat unexpected attachments cautiously.</a:t>
            </a:r>
            <a:br/>
            <a:r>
              <a:t>• Look for unusual grammar, formatting, or requests.</a:t>
            </a:r>
            <a:br/>
            <a:r>
              <a:t>• Contact the organization through an official channel if unsure.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5. How to Identify a Fake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• Inspect the full web address for misspellings and look-alike domains.</a:t>
            </a:r>
            <a:br/>
            <a:r>
              <a:t>• HTTPS does not by itself prove that a site is legitimate.</a:t>
            </a:r>
            <a:br/>
            <a:r>
              <a:t>• Avoid entering credentials through unexpected links.</a:t>
            </a:r>
            <a:br/>
            <a:r>
              <a:t>• Open the official website using a known bookmark or manually typed address.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6. Social Engineering Tactics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• Authority — pretending to be a manager, bank, IT team, or official.</a:t>
            </a:r>
            <a:br/>
            <a:r>
              <a:t>• Urgency — creating a short deadline.</a:t>
            </a:r>
            <a:br/>
            <a:r>
              <a:t>• Fear — threatening account closure or penalties.</a:t>
            </a:r>
            <a:br/>
            <a:r>
              <a:t>• Curiosity — tempting the target to open something unusual.</a:t>
            </a:r>
            <a:br/>
            <a:r>
              <a:t>• Reward — offering prizes, refunds, jobs, or discounts.</a:t>
            </a:r>
            <a:br/>
            <a:r>
              <a:t>• Trust — using familiar names, branding, or public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7. Real-World Example: Fake Account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Subject: URGENT — Your account will be suspended!</a:t>
            </a:r>
            <a:br/>
            <a:br/>
            <a:r>
              <a:t>“We detected unusual activity. Verify your account within 30 minutes.”</a:t>
            </a:r>
            <a:br/>
            <a:br/>
            <a:r>
              <a:t>Warning signs:</a:t>
            </a:r>
            <a:br/>
            <a:r>
              <a:t>• Artificial urgency</a:t>
            </a:r>
            <a:br/>
            <a:r>
              <a:t>• Suspicious sender/domain</a:t>
            </a:r>
            <a:br/>
            <a:r>
              <a:t>• Unexpected security claim</a:t>
            </a:r>
            <a:br/>
            <a:r>
              <a:t>• Link requesting account verification</a:t>
            </a:r>
            <a:br/>
            <a:br/>
            <a:r>
              <a:t>Safe action: do not click. Verify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8. Interactive Quiz — Is This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Scenario: A message says your bank account will close today and asks you to log in through a link.</a:t>
            </a:r>
            <a:br/>
            <a:br/>
            <a:r>
              <a:t>A — Click the link immediately.</a:t>
            </a:r>
            <a:br/>
            <a:r>
              <a:t>B — Reply to the sender.</a:t>
            </a:r>
            <a:br/>
            <a:r>
              <a:t>C — Ignore the link and contact the bank using an official channel.</a:t>
            </a:r>
            <a:br/>
            <a:br/>
            <a:r>
              <a:t>Correct answer: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9. Best Practices to Stay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• Use strong, unique passwords.</a:t>
            </a:r>
            <a:br/>
            <a:r>
              <a:t>• Enable multi-factor authentication (MFA).</a:t>
            </a:r>
            <a:br/>
            <a:r>
              <a:t>• Keep systems and browsers updated.</a:t>
            </a:r>
            <a:br/>
            <a:r>
              <a:t>• Verify unexpected requests for money or credentials.</a:t>
            </a:r>
            <a:br/>
            <a:r>
              <a:t>• Avoid suspicious links and attachments.</a:t>
            </a:r>
            <a:br/>
            <a:r>
              <a:t>• Use official websites or known bookmarks.</a:t>
            </a:r>
            <a:br/>
            <a:r>
              <a:t>• Report suspected phishing.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10. What If You Clicked a Phishing Link?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• Stop interacting with the suspicious page.</a:t>
            </a:r>
            <a:br/>
            <a:r>
              <a:t>• If you entered a password, change it from the legitimate website.</a:t>
            </a:r>
            <a:br/>
            <a:r>
              <a:t>• Change reused passwords elsewhere.</a:t>
            </a:r>
            <a:br/>
            <a:r>
              <a:t>• Enable MFA.</a:t>
            </a:r>
            <a:br/>
            <a:r>
              <a:t>• Contact the relevant organization if sensitive information was shared.</a:t>
            </a:r>
            <a:br/>
            <a:r>
              <a:t>• Report the incident.</a:t>
            </a:r>
            <a:br/>
            <a:r>
              <a:t>• Monitor the affected account for unusual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11. Quick Security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STOP — Don't act just because a message is urgent.</a:t>
            </a:r>
            <a:br/>
            <a:r>
              <a:t>CHECK — Inspect sender, URL, request, and context.</a:t>
            </a:r>
            <a:br/>
            <a:r>
              <a:t>VERIFY — Use an independent trusted channel.</a:t>
            </a:r>
            <a:br/>
            <a:r>
              <a:t>PROTECT — Use MFA and unique passwords.</a:t>
            </a:r>
            <a:br/>
            <a:r>
              <a:t>REPORT — Tell the appropriate security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Pause before you click.</a:t>
            </a:r>
            <a:br/>
            <a:r>
              <a:t>Verify before you trust.</a:t>
            </a:r>
            <a:br/>
            <a:r>
              <a:t>Report when you're unsure.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